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E"/>
                </a:solidFill>
              </a:defRPr>
            </a:pPr>
            <a:r>
              <a:t>PROBLEM STATEMENT · MULTI-AGENT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GameQuest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B4BE"/>
                </a:solidFill>
              </a:defRPr>
            </a:pPr>
            <a:r>
              <a:t>A multi-agent system that investigates NPC quest-state bugs</a:t>
            </a:r>
            <a:br/>
            <a:r>
              <a:t>in video games, from bug report to verified findings.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C3AED"/>
                </a:solidFill>
              </a:defRPr>
            </a:pPr>
            <a:r>
              <a:t>LangGraph  ·  Streamlit  · 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Meet Shah</a:t>
            </a:r>
            <a:br/>
            <a:r>
              <a:t>PRN 24070126112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38912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Mohit Mayank Shrivastava</a:t>
            </a:r>
            <a:br/>
            <a:r>
              <a:t>PRN 24070126116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E"/>
                </a:solidFill>
              </a:defRPr>
            </a:pPr>
            <a:r>
              <a:t>AIML B  ·  Symbiosis Institute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C3AED"/>
                </a:solidFill>
              </a:defRPr>
            </a:pPr>
            <a:r>
              <a:t>https://github.com/meetshah141106/GameQuest-AI.git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Domain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Game Development and Software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Modern games are webs of interconnected systems. Quest progression</a:t>
            </a:r>
            <a:br/>
            <a:r>
              <a:t>only works when every component agrees on the current game state.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2FF82"/>
                </a:solidFill>
              </a:defRPr>
            </a:pPr>
            <a:r>
              <a:t>EXPECTED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FFB4"/>
                </a:solidFill>
              </a:defRPr>
            </a:pPr>
            <a:r>
              <a:t>• Player collects three crystals</a:t>
            </a:r>
          </a:p>
          <a:p>
            <a:pPr>
              <a:spcAft>
                <a:spcPts val="400"/>
              </a:spcAft>
              <a:defRPr sz="1300">
                <a:solidFill>
                  <a:srgbClr val="B4FFB4"/>
                </a:solidFill>
              </a:defRPr>
            </a:pPr>
            <a:r>
              <a:t>• Inventory updates to 3/3</a:t>
            </a:r>
          </a:p>
          <a:p>
            <a:pPr>
              <a:spcAft>
                <a:spcPts val="400"/>
              </a:spcAft>
              <a:defRPr sz="1300">
                <a:solidFill>
                  <a:srgbClr val="B4FFB4"/>
                </a:solidFill>
              </a:defRPr>
            </a:pPr>
            <a:r>
              <a:t>• Quest manager registers completion</a:t>
            </a:r>
          </a:p>
          <a:p>
            <a:pPr>
              <a:spcAft>
                <a:spcPts val="400"/>
              </a:spcAft>
              <a:defRPr sz="1300">
                <a:solidFill>
                  <a:srgbClr val="B4FFB4"/>
                </a:solidFill>
              </a:defRPr>
            </a:pPr>
            <a:r>
              <a:t>• NPC acknowledges and advances 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282"/>
                </a:solidFill>
              </a:defRPr>
            </a:pPr>
            <a:r>
              <a:t>BUGGY BEHAVIOUR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B4B4"/>
                </a:solidFill>
              </a:defRPr>
            </a:pPr>
            <a:r>
              <a:t>• Player collects three crystals</a:t>
            </a:r>
          </a:p>
          <a:p>
            <a:pPr>
              <a:spcAft>
                <a:spcPts val="400"/>
              </a:spcAft>
              <a:defRPr sz="1300">
                <a:solidFill>
                  <a:srgbClr val="FFB4B4"/>
                </a:solidFill>
              </a:defRPr>
            </a:pPr>
            <a:r>
              <a:t>• Inventory correctly shows 3/3</a:t>
            </a:r>
          </a:p>
          <a:p>
            <a:pPr>
              <a:spcAft>
                <a:spcPts val="400"/>
              </a:spcAft>
              <a:defRPr sz="1300">
                <a:solidFill>
                  <a:srgbClr val="FFB4B4"/>
                </a:solidFill>
              </a:defRPr>
            </a:pPr>
            <a:r>
              <a:t>• Quest manager misses completion</a:t>
            </a:r>
          </a:p>
          <a:p>
            <a:pPr>
              <a:spcAft>
                <a:spcPts val="400"/>
              </a:spcAft>
              <a:defRPr sz="1300">
                <a:solidFill>
                  <a:srgbClr val="FFB4B4"/>
                </a:solidFill>
              </a:defRPr>
            </a:pPr>
            <a:r>
              <a:t>• NPC still says "You need three crystals!"</a:t>
            </a:r>
          </a:p>
          <a:p>
            <a:pPr>
              <a:spcAft>
                <a:spcPts val="400"/>
              </a:spcAft>
              <a:defRPr sz="1300">
                <a:solidFill>
                  <a:srgbClr val="FFB4B4"/>
                </a:solidFill>
              </a:defRPr>
            </a:pPr>
            <a:r>
              <a:t>• Quest stays 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Candidate causes: Stale quest state · Missing event handler · Wrong completion condition · Event-ordering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Components: Player inventory · Quest manager · Event handlers · NPC dialogue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Existing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4B4BE"/>
                </a:solidFill>
              </a:defRPr>
            </a:pPr>
            <a:r>
              <a:t>Why manual investigation is slow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Manual bug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QA testers must follow exact gameplay steps to recreate the defect.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Complex state interactions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80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Inventory, quest progress, events and NPC dialogue can drift out of 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Slow root-cause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947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Developers read logs and weigh several possible causes by hand.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Regression-testing effort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091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After a fix, testers must write tests so the bug cannot quietly return.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03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Limited traceability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6235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Steps, evidence and results end up scattered across logs, notes and reports.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Proposed Solution: GameQuest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B4BE"/>
                </a:solidFill>
              </a:defRPr>
            </a:pPr>
            <a:r>
              <a:t>Six steps, five agents, one LangGraph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QA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1645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6459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Turns the bug report into reproducible test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23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Reproduction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423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Runs the steps in the simulator and captures traces.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0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Root-Cause Investigator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00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Investigate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Compares expected vs actual, ranks causes by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7763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Test 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776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Generate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977639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Writes executable assertions for the defect and boundaries.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754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Verification Critic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754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7548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Checks evidence and test results support the conclusion.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2FF82"/>
                </a:solidFill>
              </a:defRPr>
            </a:pPr>
            <a:r>
              <a:t>Report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5532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B4FF"/>
                </a:solidFill>
              </a:defRPr>
            </a:pPr>
            <a: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532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Delivers evidence, hypotheses, tests and verdict in one report.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LangGraph orchestrates the flow with shared state, retrying or sending work for review when needed.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Goals, Boundaries &amp; Business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Primary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Investigate inconsistent NPC quest states through</a:t>
            </a:r>
            <a:br/>
            <a:r>
              <a:t>coordinated reproduction, evidence collection,</a:t>
            </a:r>
            <a:br/>
            <a:r>
              <a:t>root-cause analysis, test generation and verification.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One representative NPC quest-state bug in a synthetic</a:t>
            </a:r>
            <a:br/>
            <a:r>
              <a:t>game environment. Feasibility demo, not universal debugger.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Business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Repeatable investigations with less tester variation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Full traceability from report to verdict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Evidence-based root-cause hypotheses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Automated regression test generation &amp; execution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Faster triage: less manual reproduction &amp; log reading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Reusable multi-agent QA pattern for other bug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Expected 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Reproduction steps and event traces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Ranked root-cause hypotheses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Regression tests and results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Verification verdict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Why 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4B4BE"/>
                </a:solidFill>
              </a:defRPr>
            </a:pPr>
            <a:r>
              <a:t>Specialists beat one big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2FF82"/>
                </a:solidFill>
              </a:defRPr>
            </a:pPr>
            <a:r>
              <a:t>Division of labour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One agent plans, one executes, one analyses, one writes tests</a:t>
            </a:r>
            <a:br/>
            <a:r>
              <a:t>and one verifies. Each has a narrow job and a clear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2FF82"/>
                </a:solidFill>
              </a:defRPr>
            </a:pPr>
            <a:r>
              <a:t>Adaptive routing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LangGraph shares state and routes on results, so failed</a:t>
            </a:r>
            <a:br/>
            <a:r>
              <a:t>reproductions or thin evidence change the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2FF82"/>
                </a:solidFill>
              </a:defRPr>
            </a:pPr>
            <a:r>
              <a:t>Independent checking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A separate critic reviews the work, so no agent grades</a:t>
            </a:r>
            <a:br/>
            <a:r>
              <a:t>its own conclusion.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2FF82"/>
                </a:solidFill>
              </a:defRPr>
            </a:pPr>
            <a:r>
              <a:t>Grounded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Evidence validation and test execution use the simulator's</a:t>
            </a:r>
            <a:br/>
            <a:r>
              <a:t>real outputs. Optional LLM only drafts hypotheses.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Overall Architecture: Five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1 · User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188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Bug report input, scenario settings, run investigation, results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2 ·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240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0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Six agent nodes, conditional edges, bounded review loops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3 · Tools &amp;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2918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Synthetic game simulator, Game API wrapper, test runner, buggy/fixed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43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4 · Shared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Graph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One state object read and written by every agent (14 fields)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5 · External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3949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Optional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3949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E"/>
                </a:solidFill>
              </a:defRPr>
            </a:pPr>
            <a:r>
              <a:t>LLM via LangChain, optional memory and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6B4FF"/>
                </a:solidFill>
              </a:defRPr>
            </a:pPr>
            <a:r>
              <a:t>https://github.com/meetshah141106/GameQuest-AI.git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LangGraph Workflow &amp;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B4FF"/>
                </a:solidFill>
              </a:defRPr>
            </a:pPr>
            <a:r>
              <a:t>Planner → Reproduction → Investigator → Test Generator → Critic → Report Builder</a:t>
            </a:r>
            <a:br/>
            <a:r>
              <a:t>              ↑                                                    ↓</a:t>
            </a:r>
            <a:br/>
            <a:r>
              <a:t>         retry/review  ←←←  conditional routing  ←←←  verdict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Decision 1 · After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Yes: proceed to investigation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No: bounded retry or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Decision 2 · After Critic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Sufficient: generate report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More evidence: re-investigate</a:t>
            </a:r>
          </a:p>
          <a:p>
            <a:pPr>
              <a:spcAft>
                <a:spcPts val="400"/>
              </a:spcAft>
              <a:defRPr sz="1300">
                <a:solidFill>
                  <a:srgbClr val="D2D2DC"/>
                </a:solidFill>
              </a:defRPr>
            </a:pPr>
            <a:r>
              <a:t>• Failed: failure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t>Routing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Reproduction succeeds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572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C3AED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Proceed to root-cause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Reproduction fails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9377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C3AED"/>
                </a:solidFill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49377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Retry within limit or request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Critic requests more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3035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C3AED"/>
                </a:solidFill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3035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Return to investigation (bounded)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Evidence sufficient + checks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692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C3AED"/>
                </a:solidFill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5669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Generate final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Tests fail or evidence contradicts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350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C3AED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6035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Failure or needs-review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Shared Graph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One state object carries the investigation — 14 fields, read and written by every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State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554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Written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State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Written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case_id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965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str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65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Initializer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bug_report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468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Streamlit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scenario_config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971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971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Streamlit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test_plan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474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QA Planner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776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execution_trace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97763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Reproduction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reproduction_status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480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str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480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Reproduction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root_cause_report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983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Investigator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regression_tests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1965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list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1965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Test 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68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test_results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468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2468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Test Runner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critic_verdict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971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971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Verification Critic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retry_count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3474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Workflow nodes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39776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review_required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397763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bool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Critic / router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480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final_report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480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dict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480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Report Builder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FF82"/>
                </a:solidFill>
              </a:defRPr>
            </a:pPr>
            <a:r>
              <a:t>errors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983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list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Any node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Agent Deep Dive: Five Agents, Five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</a:defRPr>
            </a:pPr>
            <a:r>
              <a:t>1 · QA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188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Bug report → TestPlan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E"/>
                </a:solidFill>
              </a:defRPr>
            </a:pPr>
            <a:r>
              <a:t>parse_bug_report() → validate_preconditions() → derive_test_steps() → define_checkpoints() → enforce_limits()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</a:defRPr>
            </a:pPr>
            <a:r>
              <a:t>2 · Reproduction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40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240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TestPlan → ExecutionTrace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77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E"/>
                </a:solidFill>
              </a:defRPr>
            </a:pPr>
            <a:r>
              <a:t>validate_plan() → init_simulator() → execute_steps() → capture_evidence() → compare_expected_actual()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</a:defRPr>
            </a:pPr>
            <a:r>
              <a:t>3 · Root-Cause Investigator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2918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Plan+Trace → RootCauseReport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39311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E"/>
                </a:solidFill>
              </a:defRPr>
            </a:pPr>
            <a:r>
              <a:t>validate_evidence() → compare_states() → generate_hypotheses() → rank_hypotheses() → identify_checks()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43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</a:defRPr>
            </a:pPr>
            <a:r>
              <a:t>4 · Test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343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Test 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Report → Tests+Results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908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E"/>
                </a:solidFill>
              </a:defRPr>
            </a:pPr>
            <a:r>
              <a:t>validate_requirements() → design_cases() → generate_assertions() → validate_suite() → run_tests()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949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</a:defRPr>
            </a:pPr>
            <a:r>
              <a:t>5 · Verification Critic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539495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B4FF"/>
                </a:solidFill>
              </a:defRPr>
            </a:pPr>
            <a:r>
              <a:t>All above → CriticVerdict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42431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E"/>
                </a:solidFill>
              </a:defRPr>
            </a:pPr>
            <a:r>
              <a:t>report_vs_trace() → check_evidence_support() → evaluate_test_outcomes() → structured_verdict()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Each agent has a single responsibility and a clear data contract. No agent grades its own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Hypothesis Evaluation &amp; Test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Four candidate causes, ranked by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Stale quest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Inventory updates but quest doesn't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Missing event handler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03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Collection event exists, no quest-update follows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Incorrect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Completion uses value other than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FF82"/>
                </a:solidFill>
              </a:defRPr>
            </a:pPr>
            <a:r>
              <a:t>Event-ordering 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17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Quest check before final inventory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Regression Tests — Same tests, two modes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282"/>
                </a:solidFill>
              </a:defRPr>
            </a:pPr>
            <a:r>
              <a:t>BUGGY SIMULATOR → EXPECTED: FAIL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3 crystals collected, quest stays active.</a:t>
            </a:r>
            <a:br/>
            <a:r>
              <a:t>GQ-REG-001 fails: completion condition not met.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2FF82"/>
                </a:solidFill>
              </a:defRPr>
            </a:pPr>
            <a:r>
              <a:t>CORRECTED SIMULATOR → EXPECTED: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754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3 crystals collected, quest completes.</a:t>
            </a:r>
            <a:br/>
            <a:r>
              <a:t>GQ-REG-001 passes: both assertions met.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</a:defRPr>
            </a:pPr>
            <a:r>
              <a:t>Generated Tests: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B4BE"/>
                </a:solidFill>
              </a:defRPr>
            </a:pPr>
            <a:r>
              <a:t>GQ-REG-001: 3 crystals → quest completes  |  GQ-REG-002: 2 crystals → incomplete  |  GQ-REG-003: 4th crystal → stable  |  GQ-REG-004: NPC first → requirement unmet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C4899"/>
                </a:solidFill>
              </a:defRPr>
            </a:pPr>
            <a:r>
              <a:t>Walkthrough: Case GQ-001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1 ·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188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Plan: collect 3 crystals, talk to NPC. Expect crystals=3, quest=completed.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2 ·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Observed: inventory 3, quest active, NPC still asks for crystals. Status: REPRODUCED.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3 · Investigator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Fact: mismatch confirmed. H1: quest state not updated, medium confidence.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4 · Test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GQ-REG-001 expected to FAIL on buggy, PASS on corrected mode.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</a:defRPr>
            </a:pPr>
            <a:r>
              <a:t>5 · Critic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846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E"/>
                </a:solidFill>
              </a:defRPr>
            </a:pPr>
            <a:r>
              <a:t>Mismatch supported, root cause not confirmed. NEEDS_REVIEW: inspect update handler.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B4FF"/>
                </a:solidFill>
              </a:defRPr>
            </a:pPr>
            <a:r>
              <a:t>Final report: reproduction steps, traces, ranked hypotheses, tests, verdict and limitations — in one place.</a:t>
            </a:r>
            <a:br/>
            <a:r>
              <a:t>Illustrative walkthrough built from the design's example contracts.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GameQuest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EC4899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B4B4BE"/>
                </a:solidFill>
              </a:defRPr>
            </a:pPr>
            <a:r>
              <a:t>Five agents, one shared state and a verdict</a:t>
            </a:r>
            <a:br/>
            <a:r>
              <a:t>you can trace back to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Meet Shah</a:t>
            </a:r>
            <a:br/>
            <a:r>
              <a:t>PRN 24070126112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4206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4B4BE"/>
                </a:solidFill>
              </a:defRPr>
            </a:pPr>
            <a:r>
              <a:t>Mohit Mayank Shrivastava</a:t>
            </a:r>
            <a:br/>
            <a:r>
              <a:t>PRN 24070126116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E"/>
                </a:solidFill>
              </a:defRPr>
            </a:pPr>
            <a:r>
              <a:t>AIML B  ·  Symbiosis Institute of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C3AED"/>
                </a:solidFill>
              </a:defRPr>
            </a:pPr>
            <a:r>
              <a:t>Python · LangGraph · Streamlit · Pydantic ·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B4FF"/>
                </a:solidFill>
              </a:defRPr>
            </a:pPr>
            <a:r>
              <a:t>https://github.com/meetshah141106/GameQuest-AI.git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
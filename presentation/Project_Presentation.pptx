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Agentic AI Pipeline for Automated Bug Detection</a:t>
            </a:r>
            <a:br/>
            <a:r>
              <a:t>and Fixing in Video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E"/>
                </a:solidFill>
              </a:defRPr>
            </a:pPr>
            <a:r>
              <a:t>Using LangGraph • Python •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E"/>
                </a:solidFill>
              </a:defRPr>
            </a:pPr>
            <a:r>
              <a:t>Academic Proof of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Video-game codebases involve complex interactions: physics, AI, inventory, quests, rendering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Bugs cause crashes, incorrect gameplay, and poor player experiences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Traditional debugging is manual: reproduce → inspect → trace → fix → retest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AI-assisted debugging can automate repetitive diagnostic steps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Agentic AI divides the workflow into specialised, coordinated agents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LangGraph provides structured orchestration with state management and conditional routing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Goal: demonstrate a working multi-agent debugging pipeline for game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Game developers spend significant time on manual bug diagnosis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Boundary-condition errors, state-management bugs, and logic errors are common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These bugs often require deep knowledge of multiple interacting systems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No standardised pipeline exists for automated game-bug diagnosis and patching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Need: a structured, safe, and transparent agentic workflow that can detect bugs,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  analyse root causes, generate targeted fixes, test them, and route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Accept bug reports, error logs, and source code as input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Detect bugs using deterministic pattern analysis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Analyse root causes grounded in the actual source code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Generate minimal, targeted code patches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Apply fixes safely to temporary copies only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Run automated tests before and after the patch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Route results: accept fix, retry, or escalate to human review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Present the workflow through an interactive Streamlit interface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Run without any API key in fully deterministic demo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Limitations of Traditional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Manual reproduction of issues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Time-consuming log inspection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Requires deep system knowledge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No automated root-cause analysis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Fixes applied without isolation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No structured retry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Our Approach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Automated pattern-based detection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Structured root-cause explanations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Targeted patch generation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Isolated testing in temp directories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Conditional routing &amp; retry loops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Human-in-the-loop escalation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Proposed Agentic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B4BE"/>
                </a:solidFill>
              </a:defRPr>
            </a:pPr>
            <a:r>
              <a:t>A LangGraph-based pipeline of 5 specialised agents that collaboratively</a:t>
            </a:r>
            <a:br/>
            <a:r>
              <a:t>detect, diagnose, fix, and verify bugs in video-game code.</a:t>
            </a:r>
            <a:br/>
            <a:br/>
            <a:r>
              <a:t>Key Design Principles: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Each agent has a single, well-defined responsibility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Shared TypedDict state enables transparent data flow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Conditional edges allow branching based on test results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Retry loop with configurable maximum attempts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Human-review escalation for unresolved or risky cases</a:t>
            </a:r>
          </a:p>
          <a:p>
            <a:pPr>
              <a:spcAft>
                <a:spcPts val="600"/>
              </a:spcAft>
              <a:defRPr sz="1600">
                <a:solidFill>
                  <a:srgbClr val="DCDCDC"/>
                </a:solidFill>
              </a:defRPr>
            </a:pPr>
            <a:r>
              <a:t>• Safe patch application: originals never modified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FF"/>
                </a:solidFill>
              </a:defRPr>
            </a:pPr>
            <a:r>
              <a:t>START</a:t>
            </a:r>
            <a:br/>
            <a:r>
              <a:t>  │</a:t>
            </a:r>
            <a:br/>
            <a:r>
              <a:t>  ▼</a:t>
            </a:r>
            <a:br/>
            <a:r>
              <a:t>Bug Detector  ──►  Root Cause Analyser  ──►  Fix Generator  ◄── retry</a:t>
            </a:r>
            <a:br/>
            <a:r>
              <a:t>                                                   │                 ▲</a:t>
            </a:r>
            <a:br/>
            <a:r>
              <a:t>                                                   ▼                 │</a:t>
            </a:r>
            <a:br/>
            <a:r>
              <a:t>                                             Test Verifier           │</a:t>
            </a:r>
            <a:br/>
            <a:r>
              <a:t>                                                   │                 │</a:t>
            </a:r>
            <a:br/>
            <a:r>
              <a:t>                                                   ▼                 │</a:t>
            </a:r>
            <a:br/>
            <a:r>
              <a:t>                                            Decision Agent ──────────┘</a:t>
            </a:r>
            <a:br/>
            <a:r>
              <a:t>                                             ╱          ╲</a:t>
            </a:r>
            <a:br/>
            <a:r>
              <a:t>                                        Success      Human Review</a:t>
            </a:r>
            <a:br/>
            <a:r>
              <a:t>                                          │               │</a:t>
            </a:r>
            <a:br/>
            <a:r>
              <a:t>                                         END            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LangGraph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StateGraph with PipelineState TypedDict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7 nodes: 5 agents + 2 terminal nodes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5 normal edges for sequential flow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1 conditional edge with 3 branches: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  → fix_success (tests passed)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  → retry_fix (tests failed, retries left)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  → human_review (exhausted or unsafe)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State preserves full workflow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State Groups: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Input: bug_report, source_code, test_file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Detection: bug_type, severity, confidence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Root Cause: explanation, faulty condition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Fix: original_code, fixed_code, diff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Testing: baseline &amp; post-fix results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Decision: route, attempts, review reasons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Final: status, outcome,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Demo Bug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BUG-001: Health Goes Negative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E"/>
                </a:solidFill>
              </a:defRPr>
            </a:pPr>
            <a:r>
              <a:t>File: player.py → take_damage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282"/>
                </a:solidFill>
              </a:defRPr>
            </a:pPr>
            <a:r>
              <a:t>Buggy: self.health -= amount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48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2FF82"/>
                </a:solidFill>
              </a:defRPr>
            </a:pPr>
            <a:r>
              <a:t>Fix: self.health = max(0, self.health - amount)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BUG-002: Inventory Exceeds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E"/>
                </a:solidFill>
              </a:defRPr>
            </a:pPr>
            <a:r>
              <a:t>File: inventory.py → add_item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282"/>
                </a:solidFill>
              </a:defRPr>
            </a:pPr>
            <a:r>
              <a:t>Buggy: self.items.append(item)  # no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86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2FF82"/>
                </a:solidFill>
              </a:defRPr>
            </a:pPr>
            <a:r>
              <a:t>Fix: if len &gt;= capacity: return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BUG-003: Enemy AI Stuck in Pursuit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E"/>
                </a:solidFill>
              </a:defRPr>
            </a:pPr>
            <a:r>
              <a:t>File: enemy_ai.py →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282"/>
                </a:solidFill>
              </a:defRPr>
            </a:pPr>
            <a:r>
              <a:t>Buggy: Missing else clause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6235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2FF82"/>
                </a:solidFill>
              </a:defRPr>
            </a:pPr>
            <a:r>
              <a:t>Fix: else: self.state = self.IDLE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Patch Generation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Fix Generator produces a string-replacement patch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Unified diff generated for review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Patch applied to temporary copy only</a:t>
            </a:r>
          </a:p>
          <a:p>
            <a:pPr>
              <a:spcAft>
                <a:spcPts val="600"/>
              </a:spcAft>
              <a:defRPr sz="1500">
                <a:solidFill>
                  <a:srgbClr val="DCDCDC"/>
                </a:solidFill>
              </a:defRPr>
            </a:pPr>
            <a:r>
              <a:t>• Original source files never modified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Verification Process: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1. Copy project to isolated temp directory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2. Run tests on buggy code (baseline — should fail)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3. Apply patch to temp copy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4. Run tests again (post-fix — should pass)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5. Return structured pass/fail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Safety Measures: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Isolated temp directory per attempt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30-second test timeout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No arbitrary shell commands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Path traversal not possible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Subprocess execution with captured output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Controlled pytest runner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Results, Limitations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Results: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All 3 bugs detected with 92–95% confidence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All 3 patches verified by automated tests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Pipeline correctly routes to success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Retry and human-review paths functional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22 tests (16 game + 6 pipeline) validate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Limitations: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Deterministic only — no real LLM integration yet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Handles predefined bug patterns; not generalised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Single-file patches; no multi-file support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No real game engine integration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Not a production security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Key Numbers: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B4BE"/>
                </a:solidFill>
              </a:defRPr>
            </a:pPr>
            <a: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B4BE"/>
                </a:solidFill>
              </a:defRPr>
            </a:pPr>
            <a:r>
              <a:t>Bug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B4BE"/>
                </a:solidFill>
              </a:defRPr>
            </a:pPr>
            <a:r>
              <a:t>Test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B4BE"/>
                </a:solidFill>
              </a:defRPr>
            </a:pPr>
            <a:r>
              <a:t>Max Retries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B4BE"/>
                </a:solidFill>
              </a:defRPr>
            </a:pPr>
            <a:r>
              <a:t>Graph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B4BE"/>
                </a:solidFill>
              </a:defRPr>
            </a:pPr>
            <a:r>
              <a:t>Conditional Edges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C4899"/>
                </a:solidFill>
              </a:defRPr>
            </a:pPr>
            <a:r>
              <a:t>Future Enhancements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Future Work: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LLM-powered detection and patch generation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Multi-file and multi-language support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Game-engine integration (Unity, Unreal)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Persistent audit logs and review workflows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Configurable risk policies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Visual diff viewer with syntax highlighting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B4BE"/>
                </a:solidFill>
              </a:defRPr>
            </a:pPr>
            <a:r>
              <a:t>Conclusion: This PoC demonstrates that agentic AI, orchestrated through</a:t>
            </a:r>
            <a:br/>
            <a:r>
              <a:t>LangGraph, can effectively structure the game-debugging workflow into</a:t>
            </a:r>
            <a:br/>
            <a:r>
              <a:t>specialised, coordinated agents with safe execution and transparent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Tech Stack: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Python 3.10+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LangGraph (StateGraph, conditional edges)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Streamlit (interactive UI)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pytest (automated testing)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Pydantic (state validation)</a:t>
            </a:r>
          </a:p>
          <a:p>
            <a:pPr>
              <a:spcAft>
                <a:spcPts val="600"/>
              </a:spcAft>
              <a:defRPr sz="1400">
                <a:solidFill>
                  <a:srgbClr val="DCDCDC"/>
                </a:solidFill>
              </a:defRPr>
            </a:pPr>
            <a:r>
              <a:t>• python-pptx / python-docx (documents)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